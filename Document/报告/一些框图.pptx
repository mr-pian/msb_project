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125" d="100"/>
          <a:sy n="125" d="100"/>
        </p:scale>
        <p:origin x="1386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C0F213-DEA2-77C6-0158-77BD1A9C3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0F5D554-421C-EFE1-9A10-FA8F73C8FD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A82962-4B97-928B-BA6A-2EF035E30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0DB52B-E7F4-29AA-8540-8B3CB67FA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F626EB-3B1E-F7C8-4CDD-B750B26A9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5386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D3B59D-95BA-B639-F0B4-DD736B95A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A0EC76A-6AA5-A327-DA7D-353AD9C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4DA45EB-66AE-BFC3-F167-8199B34C8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D1C1B4D-EE45-98D6-9809-6CDC5506B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ACB4F0-95B6-F388-97DB-AACA2E013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9824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4B0DA9-AF8F-A909-0B1D-2E3D5763B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023066-7CBF-F3CD-227D-9A58C042D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7A7EEB0-E395-4BD9-F83F-A9081EFCD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B4C550-7155-46A1-810F-B26E59485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CC4D0B-86B8-51AD-7C8E-70B140BE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1621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EAC9AD-AA12-F6FF-AA3A-0099C0BB1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D6AA71-FAD1-C397-D1D3-1614D0AE03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9BC1B84-AF2C-5D72-00B5-146B5B0F9C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F85F23F-5A2C-A2BE-B77F-1AFC12426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6ABCC4-03DD-83FB-CC45-5962BAFFD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58F527-E2EF-9981-E1E2-19E5F3BB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34664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6626F4-EB11-A8B1-B072-D10C90ED2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A662344-AC39-16F5-842C-3365093BC9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9680E5-6CB3-8608-A12F-DD66CAA8B3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1B11DCF-71CB-DCC6-14AF-AD414E64B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ECB214F-3825-616C-2786-9B263FCC25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D40385-139A-EFE3-ADB4-3572AD91D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A866E14-6E5D-905F-67C9-BF57B7175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EF713A6-C6ED-2D02-BE8D-985B345C8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0915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40C272-E8AE-D97E-0AAC-C7A4F7FD5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925C9B7-9FED-ADDD-1F29-FF98CCDAE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CB7FB90-0003-7656-D9DA-2142C8B86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F6432-4E20-25D4-1DFF-3A4428F6C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554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7AE126D-A24F-F338-4865-3521F002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E9838EE-E4EA-B566-A084-954EFF604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54AA6B3-D67C-A3C7-C1EC-6F14D406B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3910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526221-A6D8-0675-5824-B188D3F70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6B1A5A-329C-8F98-C03B-A80A1E51AE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0454128-79B0-C188-7EF4-4E9BCAFE8F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668E1ED-FE0C-4911-3235-524E13D52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AB0EE6E-E495-5CB9-A0EB-E1886570D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9DE086-81AE-31E0-F41B-34C2F0DB1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8049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D2AA26-C0B2-6CB7-D03F-C5889BE63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6EA9EB1-7909-B90C-97A0-0E34FE059B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026C235-CEA4-38BA-83AF-90A275AC08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686949-C693-CB3A-356C-04B2DD0EC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B94CCD4-7580-D7E9-3E7D-6385787B5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F8BC963-93C6-BA36-985E-17A3A2714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8734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9D6AB1-4C03-23EB-1D8A-EC92F868C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25E3AB2-A21F-2E4F-3A0E-BED534BC0D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25D053-EFB0-12F7-7C19-31C1BEB51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1972B05-0622-AF25-B168-73490D73F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4314201-D548-AF15-4D7E-80BE95180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2665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0F7DD3E-35C0-49C4-7BE7-453FBD4241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40BB941-F849-E502-0235-0BF7A6A6CC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A26F68-CBAA-0C7A-C7E0-E0624B53C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6B52A9-CB9A-0B8B-4520-731B0662A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E1F9DAA-5F3F-2D0C-5F6D-FFCF4C9C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7481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8677991-AD25-1003-6303-5FF1323CF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9A1EBAB-EECA-6E52-6E5F-2A3FB8604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839FC6-FA1B-90D2-A77C-A6B9FACDA1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5715ED-837A-5889-AF25-AC81539B4A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24FAE1-95CE-345C-A294-6022A1FFB5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6531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1327696A-4F15-993B-1CDA-F335E3C5491F}"/>
              </a:ext>
            </a:extLst>
          </p:cNvPr>
          <p:cNvSpPr txBox="1"/>
          <p:nvPr/>
        </p:nvSpPr>
        <p:spPr>
          <a:xfrm>
            <a:off x="4424364" y="2644366"/>
            <a:ext cx="2593986" cy="9233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STM32H750VBT6</a:t>
            </a:r>
          </a:p>
          <a:p>
            <a:pPr algn="ctr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D1F2E4E-66C3-4A3F-DA09-EE8769DA4D25}"/>
              </a:ext>
            </a:extLst>
          </p:cNvPr>
          <p:cNvSpPr txBox="1"/>
          <p:nvPr/>
        </p:nvSpPr>
        <p:spPr>
          <a:xfrm>
            <a:off x="4380997" y="1468473"/>
            <a:ext cx="893573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RS485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总线收发模块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7C236F8-6FA2-FF2F-81AE-81FC6D20AAF3}"/>
              </a:ext>
            </a:extLst>
          </p:cNvPr>
          <p:cNvSpPr txBox="1"/>
          <p:nvPr/>
        </p:nvSpPr>
        <p:spPr>
          <a:xfrm>
            <a:off x="7716753" y="2479615"/>
            <a:ext cx="1011985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卡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BB28A9B-AD83-6C6E-16A6-D0BE6ACF80AD}"/>
              </a:ext>
            </a:extLst>
          </p:cNvPr>
          <p:cNvSpPr txBox="1"/>
          <p:nvPr/>
        </p:nvSpPr>
        <p:spPr>
          <a:xfrm>
            <a:off x="7716753" y="2965742"/>
            <a:ext cx="1011985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板载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LCD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屏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2687452-0352-EF65-F8E0-670AE79ACACB}"/>
              </a:ext>
            </a:extLst>
          </p:cNvPr>
          <p:cNvSpPr txBox="1"/>
          <p:nvPr/>
        </p:nvSpPr>
        <p:spPr>
          <a:xfrm>
            <a:off x="7716753" y="3455473"/>
            <a:ext cx="1011985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调试单按键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B0A1E8A7-F1F7-353C-E0D3-34750E90019C}"/>
              </a:ext>
            </a:extLst>
          </p:cNvPr>
          <p:cNvCxnSpPr>
            <a:cxnSpLocks/>
          </p:cNvCxnSpPr>
          <p:nvPr/>
        </p:nvCxnSpPr>
        <p:spPr>
          <a:xfrm rot="10800000">
            <a:off x="7018349" y="3426260"/>
            <a:ext cx="698404" cy="22854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9B65B5C6-097A-A759-C851-41B34A60500A}"/>
              </a:ext>
            </a:extLst>
          </p:cNvPr>
          <p:cNvSpPr txBox="1"/>
          <p:nvPr/>
        </p:nvSpPr>
        <p:spPr>
          <a:xfrm>
            <a:off x="6563161" y="3280288"/>
            <a:ext cx="5196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GPIO</a:t>
            </a:r>
            <a:endParaRPr lang="zh-CN" alt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5F936AB9-09EE-DA39-5A98-5CBA282DD4B9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7018350" y="3104242"/>
            <a:ext cx="698403" cy="1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D3692499-2417-05A8-4E82-C300B12A01C1}"/>
              </a:ext>
            </a:extLst>
          </p:cNvPr>
          <p:cNvSpPr txBox="1"/>
          <p:nvPr/>
        </p:nvSpPr>
        <p:spPr>
          <a:xfrm>
            <a:off x="6643650" y="2969811"/>
            <a:ext cx="5196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</a:t>
            </a:r>
          </a:p>
        </p:txBody>
      </p: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E3F02EDA-4B0C-EBD7-1B9D-B7A40A368CA0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7018348" y="2618115"/>
            <a:ext cx="698405" cy="237425"/>
          </a:xfrm>
          <a:prstGeom prst="bentConnector3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93B1FF6-33A4-3A79-2D29-F809201D2548}"/>
              </a:ext>
            </a:extLst>
          </p:cNvPr>
          <p:cNvSpPr txBox="1"/>
          <p:nvPr/>
        </p:nvSpPr>
        <p:spPr>
          <a:xfrm>
            <a:off x="6563162" y="2715895"/>
            <a:ext cx="5196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SDIO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3B3F78-5B2D-B16B-B094-3D751159EF29}"/>
              </a:ext>
            </a:extLst>
          </p:cNvPr>
          <p:cNvSpPr/>
          <p:nvPr/>
        </p:nvSpPr>
        <p:spPr>
          <a:xfrm>
            <a:off x="4327776" y="2235565"/>
            <a:ext cx="4604892" cy="1861693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4D6CA72-6443-6856-6E19-D976A0D860A0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4827784" y="2114804"/>
            <a:ext cx="0" cy="5295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A47E777A-0260-CAC2-F8FD-994E36ED2C1E}"/>
              </a:ext>
            </a:extLst>
          </p:cNvPr>
          <p:cNvSpPr txBox="1"/>
          <p:nvPr/>
        </p:nvSpPr>
        <p:spPr>
          <a:xfrm>
            <a:off x="4546730" y="2634177"/>
            <a:ext cx="56977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A975264F-0F36-EFCC-3E9F-654CAC8F901B}"/>
              </a:ext>
            </a:extLst>
          </p:cNvPr>
          <p:cNvSpPr txBox="1"/>
          <p:nvPr/>
        </p:nvSpPr>
        <p:spPr>
          <a:xfrm>
            <a:off x="4418742" y="455153"/>
            <a:ext cx="1011260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DMR-4315</a:t>
            </a:r>
          </a:p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云台电机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*2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F5169C0-4CDF-D997-EE99-A3D8B232DA29}"/>
              </a:ext>
            </a:extLst>
          </p:cNvPr>
          <p:cNvSpPr txBox="1"/>
          <p:nvPr/>
        </p:nvSpPr>
        <p:spPr>
          <a:xfrm>
            <a:off x="4322154" y="547486"/>
            <a:ext cx="1011260" cy="64633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DMR-4315</a:t>
            </a:r>
          </a:p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云台电机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*2</a:t>
            </a:r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4CE31D11-0F4B-E0E9-2916-B8D8662DAB2B}"/>
              </a:ext>
            </a:extLst>
          </p:cNvPr>
          <p:cNvCxnSpPr>
            <a:cxnSpLocks/>
            <a:stCxn id="7" idx="0"/>
            <a:endCxn id="35" idx="2"/>
          </p:cNvCxnSpPr>
          <p:nvPr/>
        </p:nvCxnSpPr>
        <p:spPr>
          <a:xfrm flipV="1">
            <a:off x="4827784" y="1193817"/>
            <a:ext cx="0" cy="27465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258E39B4-98FA-A1D6-38C2-4C8596D4354A}"/>
              </a:ext>
            </a:extLst>
          </p:cNvPr>
          <p:cNvSpPr txBox="1"/>
          <p:nvPr/>
        </p:nvSpPr>
        <p:spPr>
          <a:xfrm>
            <a:off x="5490059" y="5941480"/>
            <a:ext cx="1528289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24V 6s 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航模锂电池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D2D85636-206B-D04D-6D7C-D9F16BEC2581}"/>
              </a:ext>
            </a:extLst>
          </p:cNvPr>
          <p:cNvSpPr txBox="1"/>
          <p:nvPr/>
        </p:nvSpPr>
        <p:spPr>
          <a:xfrm>
            <a:off x="5226846" y="5055260"/>
            <a:ext cx="2052735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多路供电电源板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9E0FF974-C819-EB02-8C09-85BA8E4AFF3F}"/>
              </a:ext>
            </a:extLst>
          </p:cNvPr>
          <p:cNvCxnSpPr>
            <a:cxnSpLocks/>
            <a:stCxn id="40" idx="0"/>
            <a:endCxn id="41" idx="2"/>
          </p:cNvCxnSpPr>
          <p:nvPr/>
        </p:nvCxnSpPr>
        <p:spPr>
          <a:xfrm flipH="1" flipV="1">
            <a:off x="6253214" y="5701591"/>
            <a:ext cx="990" cy="239889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34A5A4B2-5312-401A-5D95-E23A3FD81341}"/>
              </a:ext>
            </a:extLst>
          </p:cNvPr>
          <p:cNvSpPr txBox="1"/>
          <p:nvPr/>
        </p:nvSpPr>
        <p:spPr>
          <a:xfrm>
            <a:off x="2706533" y="2965742"/>
            <a:ext cx="1255919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RaspberryPi5</a:t>
            </a:r>
          </a:p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4B32286-AA28-9ACD-8DA4-FD4DDEB2F709}"/>
              </a:ext>
            </a:extLst>
          </p:cNvPr>
          <p:cNvSpPr txBox="1"/>
          <p:nvPr/>
        </p:nvSpPr>
        <p:spPr>
          <a:xfrm>
            <a:off x="2781703" y="2306266"/>
            <a:ext cx="1105581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HDMI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显示屏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16DD31D8-C8EC-AB7C-9FBC-4CA84ED5D7B5}"/>
              </a:ext>
            </a:extLst>
          </p:cNvPr>
          <p:cNvCxnSpPr>
            <a:cxnSpLocks/>
            <a:stCxn id="46" idx="0"/>
            <a:endCxn id="47" idx="2"/>
          </p:cNvCxnSpPr>
          <p:nvPr/>
        </p:nvCxnSpPr>
        <p:spPr>
          <a:xfrm flipV="1">
            <a:off x="3334493" y="2583265"/>
            <a:ext cx="1" cy="3824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91E56A02-0EA6-8D2E-51B8-0688B17FDACB}"/>
              </a:ext>
            </a:extLst>
          </p:cNvPr>
          <p:cNvSpPr txBox="1"/>
          <p:nvPr/>
        </p:nvSpPr>
        <p:spPr>
          <a:xfrm>
            <a:off x="3074645" y="2977676"/>
            <a:ext cx="65475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HDMI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3DD9D48-5163-C4F9-D9C2-AF3090D6ED51}"/>
              </a:ext>
            </a:extLst>
          </p:cNvPr>
          <p:cNvSpPr txBox="1"/>
          <p:nvPr/>
        </p:nvSpPr>
        <p:spPr>
          <a:xfrm>
            <a:off x="904548" y="3150406"/>
            <a:ext cx="1042934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USB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摄像头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4F6EA66A-2DE3-0D2C-3E0F-A0D9FA5739AF}"/>
              </a:ext>
            </a:extLst>
          </p:cNvPr>
          <p:cNvCxnSpPr>
            <a:cxnSpLocks/>
            <a:stCxn id="55" idx="3"/>
            <a:endCxn id="46" idx="1"/>
          </p:cNvCxnSpPr>
          <p:nvPr/>
        </p:nvCxnSpPr>
        <p:spPr>
          <a:xfrm>
            <a:off x="1947482" y="3288906"/>
            <a:ext cx="759051" cy="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9BB3DC60-C0AF-63EE-DE0C-CDA3FC35B996}"/>
              </a:ext>
            </a:extLst>
          </p:cNvPr>
          <p:cNvSpPr txBox="1"/>
          <p:nvPr/>
        </p:nvSpPr>
        <p:spPr>
          <a:xfrm rot="5400000">
            <a:off x="2499854" y="3204818"/>
            <a:ext cx="65475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USB2.0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96AD448D-ADB4-34C6-7701-FF68FA9D7C5B}"/>
              </a:ext>
            </a:extLst>
          </p:cNvPr>
          <p:cNvSpPr txBox="1"/>
          <p:nvPr/>
        </p:nvSpPr>
        <p:spPr>
          <a:xfrm>
            <a:off x="2011989" y="3000366"/>
            <a:ext cx="965029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100fps</a:t>
            </a:r>
          </a:p>
          <a:p>
            <a:endParaRPr lang="en-US" altLang="zh-CN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视频流</a:t>
            </a:r>
            <a:endParaRPr lang="en-US" altLang="zh-CN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C70DCD8-5C99-EEDA-3817-3FEFB21AF2B7}"/>
              </a:ext>
            </a:extLst>
          </p:cNvPr>
          <p:cNvSpPr/>
          <p:nvPr/>
        </p:nvSpPr>
        <p:spPr>
          <a:xfrm>
            <a:off x="780782" y="2219559"/>
            <a:ext cx="3270489" cy="1861693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788A5A1-33CF-31D6-2694-1D080F3F1D37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937740" y="3104242"/>
            <a:ext cx="486624" cy="1789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9D9E2530-C747-164C-13CA-C87A704AEF8D}"/>
              </a:ext>
            </a:extLst>
          </p:cNvPr>
          <p:cNvSpPr txBox="1"/>
          <p:nvPr/>
        </p:nvSpPr>
        <p:spPr>
          <a:xfrm rot="5400000">
            <a:off x="4249473" y="2995400"/>
            <a:ext cx="56977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5EC56AB-D0E6-4735-24AC-4EF99C7ECDD6}"/>
              </a:ext>
            </a:extLst>
          </p:cNvPr>
          <p:cNvSpPr txBox="1"/>
          <p:nvPr/>
        </p:nvSpPr>
        <p:spPr>
          <a:xfrm>
            <a:off x="5770888" y="450650"/>
            <a:ext cx="743016" cy="4616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激光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二极管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28578B4E-93F6-CE20-EB58-FB921A90F21E}"/>
              </a:ext>
            </a:extLst>
          </p:cNvPr>
          <p:cNvSpPr txBox="1"/>
          <p:nvPr/>
        </p:nvSpPr>
        <p:spPr>
          <a:xfrm>
            <a:off x="5770888" y="1114848"/>
            <a:ext cx="743016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恒流源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8CD8F6E5-C549-326B-5C90-3564BEABEE24}"/>
              </a:ext>
            </a:extLst>
          </p:cNvPr>
          <p:cNvCxnSpPr>
            <a:cxnSpLocks/>
            <a:stCxn id="74" idx="0"/>
          </p:cNvCxnSpPr>
          <p:nvPr/>
        </p:nvCxnSpPr>
        <p:spPr>
          <a:xfrm flipV="1">
            <a:off x="6142396" y="912315"/>
            <a:ext cx="0" cy="2025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2159D049-4069-07BF-3714-F82E2118AE26}"/>
              </a:ext>
            </a:extLst>
          </p:cNvPr>
          <p:cNvSpPr/>
          <p:nvPr/>
        </p:nvSpPr>
        <p:spPr>
          <a:xfrm>
            <a:off x="5621552" y="310037"/>
            <a:ext cx="1047198" cy="1253954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E51AD6A6-2F54-FE69-F5C9-0AD01C8B6A0E}"/>
              </a:ext>
            </a:extLst>
          </p:cNvPr>
          <p:cNvCxnSpPr>
            <a:cxnSpLocks/>
            <a:endCxn id="74" idx="2"/>
          </p:cNvCxnSpPr>
          <p:nvPr/>
        </p:nvCxnSpPr>
        <p:spPr>
          <a:xfrm flipV="1">
            <a:off x="6141146" y="1391847"/>
            <a:ext cx="1250" cy="12262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本框 79">
            <a:extLst>
              <a:ext uri="{FF2B5EF4-FFF2-40B4-BE49-F238E27FC236}">
                <a16:creationId xmlns:a16="http://schemas.microsoft.com/office/drawing/2014/main" id="{DF3CF2C0-C9EC-58BB-010E-A263AD0DEB22}"/>
              </a:ext>
            </a:extLst>
          </p:cNvPr>
          <p:cNvSpPr txBox="1"/>
          <p:nvPr/>
        </p:nvSpPr>
        <p:spPr>
          <a:xfrm>
            <a:off x="5855134" y="2647545"/>
            <a:ext cx="56977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35980ECE-4FB7-852E-F36F-A93CDA157E32}"/>
              </a:ext>
            </a:extLst>
          </p:cNvPr>
          <p:cNvSpPr/>
          <p:nvPr/>
        </p:nvSpPr>
        <p:spPr>
          <a:xfrm>
            <a:off x="4235527" y="314234"/>
            <a:ext cx="1254532" cy="993790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连接符: 肘形 84">
            <a:extLst>
              <a:ext uri="{FF2B5EF4-FFF2-40B4-BE49-F238E27FC236}">
                <a16:creationId xmlns:a16="http://schemas.microsoft.com/office/drawing/2014/main" id="{1D90E654-AF46-89F4-564A-F71D9DFF465C}"/>
              </a:ext>
            </a:extLst>
          </p:cNvPr>
          <p:cNvCxnSpPr>
            <a:cxnSpLocks/>
            <a:stCxn id="41" idx="1"/>
            <a:endCxn id="65" idx="2"/>
          </p:cNvCxnSpPr>
          <p:nvPr/>
        </p:nvCxnSpPr>
        <p:spPr>
          <a:xfrm rot="10800000">
            <a:off x="2416028" y="4081252"/>
            <a:ext cx="2810819" cy="1297174"/>
          </a:xfrm>
          <a:prstGeom prst="bentConnector2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59D7E67A-D63D-061A-3C6F-6854F697375E}"/>
              </a:ext>
            </a:extLst>
          </p:cNvPr>
          <p:cNvCxnSpPr>
            <a:cxnSpLocks/>
          </p:cNvCxnSpPr>
          <p:nvPr/>
        </p:nvCxnSpPr>
        <p:spPr>
          <a:xfrm flipV="1">
            <a:off x="6253214" y="4081252"/>
            <a:ext cx="0" cy="974008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637D920B-6425-0629-3059-ADE79EDC1D92}"/>
              </a:ext>
            </a:extLst>
          </p:cNvPr>
          <p:cNvCxnSpPr>
            <a:cxnSpLocks/>
          </p:cNvCxnSpPr>
          <p:nvPr/>
        </p:nvCxnSpPr>
        <p:spPr>
          <a:xfrm flipH="1" flipV="1">
            <a:off x="6676695" y="1052206"/>
            <a:ext cx="610831" cy="4441412"/>
          </a:xfrm>
          <a:prstGeom prst="bentConnector3">
            <a:avLst>
              <a:gd name="adj1" fmla="val -563861"/>
            </a:avLst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连接符: 肘形 108">
            <a:extLst>
              <a:ext uri="{FF2B5EF4-FFF2-40B4-BE49-F238E27FC236}">
                <a16:creationId xmlns:a16="http://schemas.microsoft.com/office/drawing/2014/main" id="{DF08F504-9C1F-5C96-8FFB-A69B83AD3C6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733055" y="5394954"/>
            <a:ext cx="716969" cy="376084"/>
          </a:xfrm>
          <a:prstGeom prst="bentConnector3">
            <a:avLst>
              <a:gd name="adj1" fmla="val 99952"/>
            </a:avLst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连接符: 肘形 126">
            <a:extLst>
              <a:ext uri="{FF2B5EF4-FFF2-40B4-BE49-F238E27FC236}">
                <a16:creationId xmlns:a16="http://schemas.microsoft.com/office/drawing/2014/main" id="{50B06D0A-516C-5605-9629-B6CCBBB29D9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75103" y="2017098"/>
            <a:ext cx="3311892" cy="3102937"/>
          </a:xfrm>
          <a:prstGeom prst="bentConnector3">
            <a:avLst>
              <a:gd name="adj1" fmla="val 73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连接符: 肘形 139">
            <a:extLst>
              <a:ext uri="{FF2B5EF4-FFF2-40B4-BE49-F238E27FC236}">
                <a16:creationId xmlns:a16="http://schemas.microsoft.com/office/drawing/2014/main" id="{0DC1CAF0-F791-C38B-B11D-D2A4B8BE28F6}"/>
              </a:ext>
            </a:extLst>
          </p:cNvPr>
          <p:cNvCxnSpPr>
            <a:cxnSpLocks/>
          </p:cNvCxnSpPr>
          <p:nvPr/>
        </p:nvCxnSpPr>
        <p:spPr>
          <a:xfrm rot="10800000">
            <a:off x="5390806" y="1321116"/>
            <a:ext cx="4980019" cy="591510"/>
          </a:xfrm>
          <a:prstGeom prst="bentConnector3">
            <a:avLst>
              <a:gd name="adj1" fmla="val 100035"/>
            </a:avLst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文本框 146">
            <a:extLst>
              <a:ext uri="{FF2B5EF4-FFF2-40B4-BE49-F238E27FC236}">
                <a16:creationId xmlns:a16="http://schemas.microsoft.com/office/drawing/2014/main" id="{B4F76230-31F5-EEAB-9A82-F1FB8098D2C5}"/>
              </a:ext>
            </a:extLst>
          </p:cNvPr>
          <p:cNvSpPr txBox="1"/>
          <p:nvPr/>
        </p:nvSpPr>
        <p:spPr>
          <a:xfrm>
            <a:off x="7229440" y="4970595"/>
            <a:ext cx="6108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24V</a:t>
            </a:r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E4BD4FE8-71CD-5DCC-508E-8D4B8FCABA39}"/>
              </a:ext>
            </a:extLst>
          </p:cNvPr>
          <p:cNvSpPr txBox="1"/>
          <p:nvPr/>
        </p:nvSpPr>
        <p:spPr>
          <a:xfrm>
            <a:off x="7229440" y="5253726"/>
            <a:ext cx="6108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5V</a:t>
            </a:r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957FABF2-FF3A-6402-19A1-B61785FC2EE9}"/>
              </a:ext>
            </a:extLst>
          </p:cNvPr>
          <p:cNvSpPr txBox="1"/>
          <p:nvPr/>
        </p:nvSpPr>
        <p:spPr>
          <a:xfrm rot="5400000">
            <a:off x="6055768" y="4921889"/>
            <a:ext cx="6108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5V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CE7523C0-EDA6-E78F-DAA5-CE40B8807A35}"/>
              </a:ext>
            </a:extLst>
          </p:cNvPr>
          <p:cNvSpPr txBox="1"/>
          <p:nvPr/>
        </p:nvSpPr>
        <p:spPr>
          <a:xfrm>
            <a:off x="4921122" y="5142600"/>
            <a:ext cx="6108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5V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01D81442-5CC0-9372-6E9E-8FA3D25BD285}"/>
              </a:ext>
            </a:extLst>
          </p:cNvPr>
          <p:cNvCxnSpPr>
            <a:cxnSpLocks/>
          </p:cNvCxnSpPr>
          <p:nvPr/>
        </p:nvCxnSpPr>
        <p:spPr>
          <a:xfrm>
            <a:off x="780782" y="5920310"/>
            <a:ext cx="4953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5197626C-1295-648A-7FE1-B96AAA16A365}"/>
              </a:ext>
            </a:extLst>
          </p:cNvPr>
          <p:cNvCxnSpPr>
            <a:cxnSpLocks/>
          </p:cNvCxnSpPr>
          <p:nvPr/>
        </p:nvCxnSpPr>
        <p:spPr>
          <a:xfrm>
            <a:off x="780782" y="6161610"/>
            <a:ext cx="495300" cy="0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BBE879DC-B30B-B581-D859-CA8F16C3462D}"/>
              </a:ext>
            </a:extLst>
          </p:cNvPr>
          <p:cNvSpPr txBox="1"/>
          <p:nvPr/>
        </p:nvSpPr>
        <p:spPr>
          <a:xfrm>
            <a:off x="1314316" y="5789505"/>
            <a:ext cx="4913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ea typeface="宋体" panose="02010600030101010101" pitchFamily="2" charset="-122"/>
              </a:rPr>
              <a:t>控制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9B1599-4B75-0A9E-5212-150D6464B6E7}"/>
              </a:ext>
            </a:extLst>
          </p:cNvPr>
          <p:cNvSpPr txBox="1"/>
          <p:nvPr/>
        </p:nvSpPr>
        <p:spPr>
          <a:xfrm>
            <a:off x="1314315" y="6030805"/>
            <a:ext cx="4913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ea typeface="宋体" panose="02010600030101010101" pitchFamily="2" charset="-122"/>
              </a:rPr>
              <a:t>电源</a:t>
            </a:r>
          </a:p>
        </p:txBody>
      </p:sp>
    </p:spTree>
    <p:extLst>
      <p:ext uri="{BB962C8B-B14F-4D97-AF65-F5344CB8AC3E}">
        <p14:creationId xmlns:p14="http://schemas.microsoft.com/office/powerpoint/2010/main" val="3547921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: 圆角 4">
            <a:extLst>
              <a:ext uri="{FF2B5EF4-FFF2-40B4-BE49-F238E27FC236}">
                <a16:creationId xmlns:a16="http://schemas.microsoft.com/office/drawing/2014/main" id="{F1746C17-5D04-2B4C-127A-37972CC8CCD6}"/>
              </a:ext>
            </a:extLst>
          </p:cNvPr>
          <p:cNvSpPr/>
          <p:nvPr/>
        </p:nvSpPr>
        <p:spPr>
          <a:xfrm>
            <a:off x="1334688" y="1082675"/>
            <a:ext cx="1003300" cy="508000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1206E92-0001-293B-77C6-5233D58E4EDA}"/>
              </a:ext>
            </a:extLst>
          </p:cNvPr>
          <p:cNvSpPr txBox="1"/>
          <p:nvPr/>
        </p:nvSpPr>
        <p:spPr>
          <a:xfrm>
            <a:off x="1582338" y="1182786"/>
            <a:ext cx="75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开始</a:t>
            </a: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A889FCE-F208-20A4-E23A-F279D8919C87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1836338" y="1590675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ADC8FD3E-6B57-A589-F05B-5C8295BFA765}"/>
              </a:ext>
            </a:extLst>
          </p:cNvPr>
          <p:cNvSpPr txBox="1"/>
          <p:nvPr/>
        </p:nvSpPr>
        <p:spPr>
          <a:xfrm>
            <a:off x="1334688" y="1941413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8E4F04-3FC8-9A2F-5B9C-D688B12C96B8}"/>
              </a:ext>
            </a:extLst>
          </p:cNvPr>
          <p:cNvSpPr txBox="1"/>
          <p:nvPr/>
        </p:nvSpPr>
        <p:spPr>
          <a:xfrm>
            <a:off x="1334688" y="2058858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获取接收机坐标数据</a:t>
            </a: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B6150FE1-01CD-5A33-2DAF-88C59409FB04}"/>
              </a:ext>
            </a:extLst>
          </p:cNvPr>
          <p:cNvCxnSpPr>
            <a:cxnSpLocks/>
          </p:cNvCxnSpPr>
          <p:nvPr/>
        </p:nvCxnSpPr>
        <p:spPr>
          <a:xfrm>
            <a:off x="1836338" y="2576413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DF925FBC-2E25-017A-1495-023AB66F0D59}"/>
              </a:ext>
            </a:extLst>
          </p:cNvPr>
          <p:cNvSpPr txBox="1"/>
          <p:nvPr/>
        </p:nvSpPr>
        <p:spPr>
          <a:xfrm>
            <a:off x="1334688" y="2927151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74ACACA-5091-E5E8-F835-2211836ECF61}"/>
              </a:ext>
            </a:extLst>
          </p:cNvPr>
          <p:cNvSpPr txBox="1"/>
          <p:nvPr/>
        </p:nvSpPr>
        <p:spPr>
          <a:xfrm>
            <a:off x="1370800" y="3069996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/>
              <a:t>PID</a:t>
            </a:r>
            <a:r>
              <a:rPr lang="zh-CN" altLang="en-US" sz="1000" dirty="0"/>
              <a:t>控制器计算</a:t>
            </a: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00D527E6-A9A1-7D42-C3F6-2F93E33D3116}"/>
              </a:ext>
            </a:extLst>
          </p:cNvPr>
          <p:cNvCxnSpPr>
            <a:cxnSpLocks/>
          </p:cNvCxnSpPr>
          <p:nvPr/>
        </p:nvCxnSpPr>
        <p:spPr>
          <a:xfrm>
            <a:off x="1836339" y="3562151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5AE46A6F-83C2-BE5A-F7C4-8C696AD49188}"/>
              </a:ext>
            </a:extLst>
          </p:cNvPr>
          <p:cNvSpPr txBox="1"/>
          <p:nvPr/>
        </p:nvSpPr>
        <p:spPr>
          <a:xfrm>
            <a:off x="1334689" y="3912889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2F04803-26A2-3E04-0ED4-3EE979A667AA}"/>
              </a:ext>
            </a:extLst>
          </p:cNvPr>
          <p:cNvSpPr txBox="1"/>
          <p:nvPr/>
        </p:nvSpPr>
        <p:spPr>
          <a:xfrm>
            <a:off x="1370801" y="4055734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云台电机控制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F87BD0A3-20DB-881C-9BEF-8FB7F4B61923}"/>
              </a:ext>
            </a:extLst>
          </p:cNvPr>
          <p:cNvSpPr/>
          <p:nvPr/>
        </p:nvSpPr>
        <p:spPr>
          <a:xfrm>
            <a:off x="1341039" y="4898627"/>
            <a:ext cx="1003300" cy="508000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AA4B26D-836F-3BE2-A973-7623D377AFB9}"/>
              </a:ext>
            </a:extLst>
          </p:cNvPr>
          <p:cNvSpPr txBox="1"/>
          <p:nvPr/>
        </p:nvSpPr>
        <p:spPr>
          <a:xfrm>
            <a:off x="1546225" y="4998738"/>
            <a:ext cx="75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结束</a:t>
            </a: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08A39ACA-03D5-B719-1CCC-09509C77C235}"/>
              </a:ext>
            </a:extLst>
          </p:cNvPr>
          <p:cNvCxnSpPr>
            <a:cxnSpLocks/>
          </p:cNvCxnSpPr>
          <p:nvPr/>
        </p:nvCxnSpPr>
        <p:spPr>
          <a:xfrm>
            <a:off x="1842689" y="4547889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FFB86493-7E25-0174-2C0A-3B5AD1199CCD}"/>
              </a:ext>
            </a:extLst>
          </p:cNvPr>
          <p:cNvSpPr/>
          <p:nvPr/>
        </p:nvSpPr>
        <p:spPr>
          <a:xfrm>
            <a:off x="3392088" y="1082675"/>
            <a:ext cx="1003300" cy="508000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1795047-E86D-58A4-ADFD-885EB57F6A46}"/>
              </a:ext>
            </a:extLst>
          </p:cNvPr>
          <p:cNvSpPr txBox="1"/>
          <p:nvPr/>
        </p:nvSpPr>
        <p:spPr>
          <a:xfrm>
            <a:off x="3639738" y="1182786"/>
            <a:ext cx="75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开始</a:t>
            </a:r>
          </a:p>
        </p:txBody>
      </p:sp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EB0BDBF6-9AD6-6A18-5D56-8D3587E31ECE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3893738" y="1590675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D154BD8-0ECE-8B8D-F599-7FCAA60B5A50}"/>
              </a:ext>
            </a:extLst>
          </p:cNvPr>
          <p:cNvSpPr txBox="1"/>
          <p:nvPr/>
        </p:nvSpPr>
        <p:spPr>
          <a:xfrm>
            <a:off x="3392088" y="1941413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438E41B-E7E2-C452-FCA3-7DECBA263A49}"/>
              </a:ext>
            </a:extLst>
          </p:cNvPr>
          <p:cNvSpPr txBox="1"/>
          <p:nvPr/>
        </p:nvSpPr>
        <p:spPr>
          <a:xfrm>
            <a:off x="3392088" y="2058858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获取接收机坐标数据</a:t>
            </a: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A0ABE09E-1D20-720B-A875-8EB4E795B9E3}"/>
              </a:ext>
            </a:extLst>
          </p:cNvPr>
          <p:cNvCxnSpPr>
            <a:cxnSpLocks/>
          </p:cNvCxnSpPr>
          <p:nvPr/>
        </p:nvCxnSpPr>
        <p:spPr>
          <a:xfrm>
            <a:off x="3893738" y="2576413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CE1E0FF-6097-E636-6221-1396437CBF73}"/>
              </a:ext>
            </a:extLst>
          </p:cNvPr>
          <p:cNvSpPr txBox="1"/>
          <p:nvPr/>
        </p:nvSpPr>
        <p:spPr>
          <a:xfrm>
            <a:off x="3392088" y="2927151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ECF7C9C-D3E3-7B4F-11F0-B72BAB6C8726}"/>
              </a:ext>
            </a:extLst>
          </p:cNvPr>
          <p:cNvSpPr txBox="1"/>
          <p:nvPr/>
        </p:nvSpPr>
        <p:spPr>
          <a:xfrm>
            <a:off x="3428200" y="3069996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启动云台</a:t>
            </a:r>
            <a:r>
              <a:rPr lang="en-US" altLang="zh-CN" sz="1000" dirty="0"/>
              <a:t>PID</a:t>
            </a:r>
            <a:r>
              <a:rPr lang="zh-CN" altLang="en-US" sz="1000" dirty="0"/>
              <a:t>控制</a:t>
            </a:r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2B63EE4F-F980-917A-AD48-1A908492916B}"/>
              </a:ext>
            </a:extLst>
          </p:cNvPr>
          <p:cNvCxnSpPr>
            <a:cxnSpLocks/>
          </p:cNvCxnSpPr>
          <p:nvPr/>
        </p:nvCxnSpPr>
        <p:spPr>
          <a:xfrm>
            <a:off x="3893739" y="3562151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ECF1ECCE-8EBC-A64D-4292-DC3090A1FBAC}"/>
              </a:ext>
            </a:extLst>
          </p:cNvPr>
          <p:cNvSpPr/>
          <p:nvPr/>
        </p:nvSpPr>
        <p:spPr>
          <a:xfrm>
            <a:off x="3392085" y="5973265"/>
            <a:ext cx="1003300" cy="508000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372E567-192C-4591-F483-7926A991F6D4}"/>
              </a:ext>
            </a:extLst>
          </p:cNvPr>
          <p:cNvSpPr txBox="1"/>
          <p:nvPr/>
        </p:nvSpPr>
        <p:spPr>
          <a:xfrm>
            <a:off x="3597271" y="6073376"/>
            <a:ext cx="75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结束</a:t>
            </a:r>
          </a:p>
        </p:txBody>
      </p:sp>
      <p:sp>
        <p:nvSpPr>
          <p:cNvPr id="30" name="流程图: 决策 29">
            <a:extLst>
              <a:ext uri="{FF2B5EF4-FFF2-40B4-BE49-F238E27FC236}">
                <a16:creationId xmlns:a16="http://schemas.microsoft.com/office/drawing/2014/main" id="{50D100AA-AEE2-E1B0-CF50-46B067EC2EB4}"/>
              </a:ext>
            </a:extLst>
          </p:cNvPr>
          <p:cNvSpPr/>
          <p:nvPr/>
        </p:nvSpPr>
        <p:spPr>
          <a:xfrm>
            <a:off x="3257506" y="3912889"/>
            <a:ext cx="1272457" cy="739575"/>
          </a:xfrm>
          <a:prstGeom prst="flowChartDecisio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405125E-401F-38B1-8477-2201ABAFAF24}"/>
              </a:ext>
            </a:extLst>
          </p:cNvPr>
          <p:cNvSpPr txBox="1"/>
          <p:nvPr/>
        </p:nvSpPr>
        <p:spPr>
          <a:xfrm>
            <a:off x="3392088" y="4995364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59D9E06-0AB3-57F8-2F2F-077388B16A8B}"/>
              </a:ext>
            </a:extLst>
          </p:cNvPr>
          <p:cNvSpPr txBox="1"/>
          <p:nvPr/>
        </p:nvSpPr>
        <p:spPr>
          <a:xfrm>
            <a:off x="3428200" y="5138209"/>
            <a:ext cx="9310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打开激光</a:t>
            </a: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D7A6426B-399B-F88D-C239-D94A5CD3F923}"/>
              </a:ext>
            </a:extLst>
          </p:cNvPr>
          <p:cNvCxnSpPr>
            <a:cxnSpLocks/>
          </p:cNvCxnSpPr>
          <p:nvPr/>
        </p:nvCxnSpPr>
        <p:spPr>
          <a:xfrm>
            <a:off x="3893738" y="4652464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F6DA6746-18FA-99E4-EF36-4F6CCDE8A20C}"/>
              </a:ext>
            </a:extLst>
          </p:cNvPr>
          <p:cNvCxnSpPr>
            <a:cxnSpLocks/>
          </p:cNvCxnSpPr>
          <p:nvPr/>
        </p:nvCxnSpPr>
        <p:spPr>
          <a:xfrm>
            <a:off x="3893738" y="5630364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766F1E32-C3F4-E238-AB19-9F3C8DBE08E1}"/>
              </a:ext>
            </a:extLst>
          </p:cNvPr>
          <p:cNvSpPr txBox="1"/>
          <p:nvPr/>
        </p:nvSpPr>
        <p:spPr>
          <a:xfrm>
            <a:off x="3418036" y="4101671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误差是否小于设定值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5B09650-38F8-B6FB-A287-C82F5C3BC031}"/>
              </a:ext>
            </a:extLst>
          </p:cNvPr>
          <p:cNvSpPr txBox="1"/>
          <p:nvPr/>
        </p:nvSpPr>
        <p:spPr>
          <a:xfrm>
            <a:off x="3552027" y="4644568"/>
            <a:ext cx="9310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是</a:t>
            </a: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89DD1020-E580-B541-7E55-38C43F2505C2}"/>
              </a:ext>
            </a:extLst>
          </p:cNvPr>
          <p:cNvCxnSpPr>
            <a:cxnSpLocks/>
            <a:stCxn id="30" idx="3"/>
          </p:cNvCxnSpPr>
          <p:nvPr/>
        </p:nvCxnSpPr>
        <p:spPr>
          <a:xfrm flipH="1" flipV="1">
            <a:off x="3920128" y="3733601"/>
            <a:ext cx="609835" cy="549076"/>
          </a:xfrm>
          <a:prstGeom prst="bentConnector3">
            <a:avLst>
              <a:gd name="adj1" fmla="val -3748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47892C86-FA83-A97A-2758-7C75CEC94E5E}"/>
              </a:ext>
            </a:extLst>
          </p:cNvPr>
          <p:cNvSpPr txBox="1"/>
          <p:nvPr/>
        </p:nvSpPr>
        <p:spPr>
          <a:xfrm>
            <a:off x="4154856" y="4003605"/>
            <a:ext cx="9310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否</a:t>
            </a:r>
            <a:endParaRPr lang="en-US" altLang="zh-CN" sz="1000" dirty="0"/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0EA56149-0CD2-FF4C-98D0-3C16579421DD}"/>
              </a:ext>
            </a:extLst>
          </p:cNvPr>
          <p:cNvSpPr/>
          <p:nvPr/>
        </p:nvSpPr>
        <p:spPr>
          <a:xfrm>
            <a:off x="5610451" y="1082675"/>
            <a:ext cx="1003300" cy="508000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5690AE8-A37C-CCD7-3A71-8924950DC48D}"/>
              </a:ext>
            </a:extLst>
          </p:cNvPr>
          <p:cNvSpPr txBox="1"/>
          <p:nvPr/>
        </p:nvSpPr>
        <p:spPr>
          <a:xfrm>
            <a:off x="5858101" y="1182786"/>
            <a:ext cx="75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开始</a:t>
            </a: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69B328EB-5157-5DAB-2A95-E0EE19166D80}"/>
              </a:ext>
            </a:extLst>
          </p:cNvPr>
          <p:cNvCxnSpPr>
            <a:cxnSpLocks/>
            <a:stCxn id="41" idx="2"/>
          </p:cNvCxnSpPr>
          <p:nvPr/>
        </p:nvCxnSpPr>
        <p:spPr>
          <a:xfrm>
            <a:off x="6112101" y="1590675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565D2264-41AF-7A58-E876-0FE61824E854}"/>
              </a:ext>
            </a:extLst>
          </p:cNvPr>
          <p:cNvSpPr txBox="1"/>
          <p:nvPr/>
        </p:nvSpPr>
        <p:spPr>
          <a:xfrm>
            <a:off x="5610451" y="1941413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99412F1-260E-10F8-486C-1EA5156890B6}"/>
              </a:ext>
            </a:extLst>
          </p:cNvPr>
          <p:cNvSpPr txBox="1"/>
          <p:nvPr/>
        </p:nvSpPr>
        <p:spPr>
          <a:xfrm>
            <a:off x="5610451" y="2058858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串口屏字符信息输入</a:t>
            </a: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3E90204F-4C92-F448-CFE6-477A7C92A30E}"/>
              </a:ext>
            </a:extLst>
          </p:cNvPr>
          <p:cNvCxnSpPr>
            <a:cxnSpLocks/>
          </p:cNvCxnSpPr>
          <p:nvPr/>
        </p:nvCxnSpPr>
        <p:spPr>
          <a:xfrm>
            <a:off x="6112101" y="2576413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9154096B-15FC-7AF3-807E-5C7BAA37F25B}"/>
              </a:ext>
            </a:extLst>
          </p:cNvPr>
          <p:cNvSpPr txBox="1"/>
          <p:nvPr/>
        </p:nvSpPr>
        <p:spPr>
          <a:xfrm>
            <a:off x="5610451" y="2927151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3E4CE4F-5552-E8E3-F4CC-C18ED6239B94}"/>
              </a:ext>
            </a:extLst>
          </p:cNvPr>
          <p:cNvSpPr txBox="1"/>
          <p:nvPr/>
        </p:nvSpPr>
        <p:spPr>
          <a:xfrm>
            <a:off x="5646563" y="3069996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获取接收机坐标数据</a:t>
            </a: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EADE405D-7D53-C173-5907-8DDFD028D49C}"/>
              </a:ext>
            </a:extLst>
          </p:cNvPr>
          <p:cNvCxnSpPr>
            <a:cxnSpLocks/>
          </p:cNvCxnSpPr>
          <p:nvPr/>
        </p:nvCxnSpPr>
        <p:spPr>
          <a:xfrm>
            <a:off x="6112102" y="3562151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58CB8502-461A-AE11-9691-832545A88285}"/>
              </a:ext>
            </a:extLst>
          </p:cNvPr>
          <p:cNvSpPr txBox="1"/>
          <p:nvPr/>
        </p:nvSpPr>
        <p:spPr>
          <a:xfrm>
            <a:off x="5610452" y="3912889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998E9F7-30DF-2680-4A5B-21B6D866EB0A}"/>
              </a:ext>
            </a:extLst>
          </p:cNvPr>
          <p:cNvSpPr txBox="1"/>
          <p:nvPr/>
        </p:nvSpPr>
        <p:spPr>
          <a:xfrm>
            <a:off x="5646564" y="4055734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启动云台</a:t>
            </a:r>
            <a:r>
              <a:rPr lang="en-US" altLang="zh-CN" sz="1000" dirty="0"/>
              <a:t>PID</a:t>
            </a:r>
            <a:r>
              <a:rPr lang="zh-CN" altLang="en-US" sz="1000" dirty="0"/>
              <a:t>控制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069C7C02-8BC8-7722-8AC0-C6EC39EA32D7}"/>
              </a:ext>
            </a:extLst>
          </p:cNvPr>
          <p:cNvSpPr/>
          <p:nvPr/>
        </p:nvSpPr>
        <p:spPr>
          <a:xfrm>
            <a:off x="5616802" y="4898627"/>
            <a:ext cx="1003300" cy="508000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6C543B4D-065C-5164-4836-3C545A6B34C5}"/>
              </a:ext>
            </a:extLst>
          </p:cNvPr>
          <p:cNvSpPr txBox="1"/>
          <p:nvPr/>
        </p:nvSpPr>
        <p:spPr>
          <a:xfrm>
            <a:off x="5821988" y="4998738"/>
            <a:ext cx="75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结束</a:t>
            </a: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1A6CE5B6-E628-088B-995E-98873318C57E}"/>
              </a:ext>
            </a:extLst>
          </p:cNvPr>
          <p:cNvCxnSpPr>
            <a:cxnSpLocks/>
          </p:cNvCxnSpPr>
          <p:nvPr/>
        </p:nvCxnSpPr>
        <p:spPr>
          <a:xfrm>
            <a:off x="6118452" y="4547889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D52F0163-0AE5-7845-DB43-E43E5A13D410}"/>
              </a:ext>
            </a:extLst>
          </p:cNvPr>
          <p:cNvSpPr/>
          <p:nvPr/>
        </p:nvSpPr>
        <p:spPr>
          <a:xfrm>
            <a:off x="7344598" y="185491"/>
            <a:ext cx="1003300" cy="508000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1959B2C4-40B7-D753-49F4-958046AFE44B}"/>
              </a:ext>
            </a:extLst>
          </p:cNvPr>
          <p:cNvSpPr txBox="1"/>
          <p:nvPr/>
        </p:nvSpPr>
        <p:spPr>
          <a:xfrm>
            <a:off x="7592248" y="285602"/>
            <a:ext cx="75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开始</a:t>
            </a: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A6A2D3A0-BFC6-2B75-4B29-B07ED6633396}"/>
              </a:ext>
            </a:extLst>
          </p:cNvPr>
          <p:cNvCxnSpPr>
            <a:cxnSpLocks/>
            <a:stCxn id="55" idx="2"/>
          </p:cNvCxnSpPr>
          <p:nvPr/>
        </p:nvCxnSpPr>
        <p:spPr>
          <a:xfrm>
            <a:off x="7846248" y="693491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68C79A13-2C89-947A-2BE4-6BFA7CE1CCCD}"/>
              </a:ext>
            </a:extLst>
          </p:cNvPr>
          <p:cNvSpPr txBox="1"/>
          <p:nvPr/>
        </p:nvSpPr>
        <p:spPr>
          <a:xfrm>
            <a:off x="7344598" y="1044229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AE82638-612E-1242-8E36-DCF6238A35F4}"/>
              </a:ext>
            </a:extLst>
          </p:cNvPr>
          <p:cNvSpPr txBox="1"/>
          <p:nvPr/>
        </p:nvSpPr>
        <p:spPr>
          <a:xfrm>
            <a:off x="7344598" y="1161674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串口屏字符信息输入</a:t>
            </a: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6B9B3623-DE5B-69A3-DD87-464BFA43AC7A}"/>
              </a:ext>
            </a:extLst>
          </p:cNvPr>
          <p:cNvCxnSpPr>
            <a:cxnSpLocks/>
          </p:cNvCxnSpPr>
          <p:nvPr/>
        </p:nvCxnSpPr>
        <p:spPr>
          <a:xfrm>
            <a:off x="7846248" y="1679229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A87B5E27-4FE2-D98A-D399-398C4968ED93}"/>
              </a:ext>
            </a:extLst>
          </p:cNvPr>
          <p:cNvSpPr txBox="1"/>
          <p:nvPr/>
        </p:nvSpPr>
        <p:spPr>
          <a:xfrm>
            <a:off x="7359423" y="4055734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1505440A-D8A8-A4E3-643A-17953E1AD540}"/>
              </a:ext>
            </a:extLst>
          </p:cNvPr>
          <p:cNvSpPr txBox="1"/>
          <p:nvPr/>
        </p:nvSpPr>
        <p:spPr>
          <a:xfrm>
            <a:off x="7395535" y="4198579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获取接收机坐标数据</a:t>
            </a: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52B1D658-537A-8250-3EDD-C1884F8D5187}"/>
              </a:ext>
            </a:extLst>
          </p:cNvPr>
          <p:cNvCxnSpPr>
            <a:cxnSpLocks/>
          </p:cNvCxnSpPr>
          <p:nvPr/>
        </p:nvCxnSpPr>
        <p:spPr>
          <a:xfrm>
            <a:off x="7861074" y="4690734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18A2C13C-636E-C14B-E740-90F79EA8E454}"/>
              </a:ext>
            </a:extLst>
          </p:cNvPr>
          <p:cNvSpPr txBox="1"/>
          <p:nvPr/>
        </p:nvSpPr>
        <p:spPr>
          <a:xfrm>
            <a:off x="7359424" y="5041472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8780025C-F179-250E-AD14-3A6E1B330C62}"/>
              </a:ext>
            </a:extLst>
          </p:cNvPr>
          <p:cNvSpPr txBox="1"/>
          <p:nvPr/>
        </p:nvSpPr>
        <p:spPr>
          <a:xfrm>
            <a:off x="7395536" y="5184317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启动云台</a:t>
            </a:r>
            <a:r>
              <a:rPr lang="en-US" altLang="zh-CN" sz="1000" dirty="0"/>
              <a:t>PID</a:t>
            </a:r>
            <a:r>
              <a:rPr lang="zh-CN" altLang="en-US" sz="1000" dirty="0"/>
              <a:t>控制</a:t>
            </a: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554D964E-2E93-EC61-8197-7CADC16C6E04}"/>
              </a:ext>
            </a:extLst>
          </p:cNvPr>
          <p:cNvSpPr/>
          <p:nvPr/>
        </p:nvSpPr>
        <p:spPr>
          <a:xfrm>
            <a:off x="7365774" y="6027210"/>
            <a:ext cx="1003300" cy="508000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3C420B15-31A7-54AE-C07D-530B0B0A0FDF}"/>
              </a:ext>
            </a:extLst>
          </p:cNvPr>
          <p:cNvSpPr txBox="1"/>
          <p:nvPr/>
        </p:nvSpPr>
        <p:spPr>
          <a:xfrm>
            <a:off x="7570960" y="6127321"/>
            <a:ext cx="75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结束</a:t>
            </a:r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F2207FC2-EF35-C971-C0C6-CD7B167C58F3}"/>
              </a:ext>
            </a:extLst>
          </p:cNvPr>
          <p:cNvCxnSpPr>
            <a:cxnSpLocks/>
          </p:cNvCxnSpPr>
          <p:nvPr/>
        </p:nvCxnSpPr>
        <p:spPr>
          <a:xfrm>
            <a:off x="7867424" y="5676472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180065C0-656A-629A-1E16-2BCE71E6C1C8}"/>
              </a:ext>
            </a:extLst>
          </p:cNvPr>
          <p:cNvSpPr txBox="1"/>
          <p:nvPr/>
        </p:nvSpPr>
        <p:spPr>
          <a:xfrm>
            <a:off x="7344598" y="2038440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BACA78B1-5677-30A7-54D1-68BA2A028E6B}"/>
              </a:ext>
            </a:extLst>
          </p:cNvPr>
          <p:cNvSpPr txBox="1"/>
          <p:nvPr/>
        </p:nvSpPr>
        <p:spPr>
          <a:xfrm>
            <a:off x="7359423" y="2094896"/>
            <a:ext cx="93107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根据角度点选对应的“一键启动”按钮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3BCDAEC-E586-44C7-739B-75F86366C391}"/>
              </a:ext>
            </a:extLst>
          </p:cNvPr>
          <p:cNvCxnSpPr>
            <a:cxnSpLocks/>
          </p:cNvCxnSpPr>
          <p:nvPr/>
        </p:nvCxnSpPr>
        <p:spPr>
          <a:xfrm>
            <a:off x="7835400" y="2687164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FE02744E-D965-9D0B-86C2-0865079A5114}"/>
              </a:ext>
            </a:extLst>
          </p:cNvPr>
          <p:cNvSpPr txBox="1"/>
          <p:nvPr/>
        </p:nvSpPr>
        <p:spPr>
          <a:xfrm>
            <a:off x="7359423" y="3032393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BC212EAC-72A2-667A-F667-5815DA87617C}"/>
              </a:ext>
            </a:extLst>
          </p:cNvPr>
          <p:cNvSpPr txBox="1"/>
          <p:nvPr/>
        </p:nvSpPr>
        <p:spPr>
          <a:xfrm>
            <a:off x="7380712" y="3242186"/>
            <a:ext cx="9310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云台预旋转</a:t>
            </a: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4759EE1D-FA2D-6C1D-6DE1-E588943574E2}"/>
              </a:ext>
            </a:extLst>
          </p:cNvPr>
          <p:cNvCxnSpPr>
            <a:cxnSpLocks/>
          </p:cNvCxnSpPr>
          <p:nvPr/>
        </p:nvCxnSpPr>
        <p:spPr>
          <a:xfrm>
            <a:off x="7848288" y="3677565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CEBDA727-E60D-FBD3-5A1E-4AD8FBB699DE}"/>
              </a:ext>
            </a:extLst>
          </p:cNvPr>
          <p:cNvSpPr/>
          <p:nvPr/>
        </p:nvSpPr>
        <p:spPr>
          <a:xfrm>
            <a:off x="9108397" y="1172131"/>
            <a:ext cx="1003300" cy="508000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F049B56D-7E30-5404-1418-B1AB28984F3A}"/>
              </a:ext>
            </a:extLst>
          </p:cNvPr>
          <p:cNvSpPr txBox="1"/>
          <p:nvPr/>
        </p:nvSpPr>
        <p:spPr>
          <a:xfrm>
            <a:off x="9356047" y="1272242"/>
            <a:ext cx="75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开始</a:t>
            </a: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C0B211FA-19F5-C7FC-5346-FAC29121B73E}"/>
              </a:ext>
            </a:extLst>
          </p:cNvPr>
          <p:cNvCxnSpPr>
            <a:cxnSpLocks/>
            <a:stCxn id="75" idx="2"/>
          </p:cNvCxnSpPr>
          <p:nvPr/>
        </p:nvCxnSpPr>
        <p:spPr>
          <a:xfrm>
            <a:off x="9610047" y="1680131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91C02B21-C3DD-215C-FC47-064AE531ECCA}"/>
              </a:ext>
            </a:extLst>
          </p:cNvPr>
          <p:cNvCxnSpPr>
            <a:cxnSpLocks/>
          </p:cNvCxnSpPr>
          <p:nvPr/>
        </p:nvCxnSpPr>
        <p:spPr>
          <a:xfrm>
            <a:off x="9610047" y="2747863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文本框 80">
            <a:extLst>
              <a:ext uri="{FF2B5EF4-FFF2-40B4-BE49-F238E27FC236}">
                <a16:creationId xmlns:a16="http://schemas.microsoft.com/office/drawing/2014/main" id="{7CA9F191-0FCA-9E88-B293-25E9AED76E1F}"/>
              </a:ext>
            </a:extLst>
          </p:cNvPr>
          <p:cNvSpPr txBox="1"/>
          <p:nvPr/>
        </p:nvSpPr>
        <p:spPr>
          <a:xfrm>
            <a:off x="9108397" y="3098601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61317F64-A7F7-C006-306A-CE0B877B5149}"/>
              </a:ext>
            </a:extLst>
          </p:cNvPr>
          <p:cNvSpPr txBox="1"/>
          <p:nvPr/>
        </p:nvSpPr>
        <p:spPr>
          <a:xfrm>
            <a:off x="9144509" y="3241446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获取接收机坐标数据</a:t>
            </a:r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C68BC14A-F6CB-3DEF-BA4F-65DAE250652D}"/>
              </a:ext>
            </a:extLst>
          </p:cNvPr>
          <p:cNvCxnSpPr>
            <a:cxnSpLocks/>
          </p:cNvCxnSpPr>
          <p:nvPr/>
        </p:nvCxnSpPr>
        <p:spPr>
          <a:xfrm>
            <a:off x="9610048" y="3733601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文本框 83">
            <a:extLst>
              <a:ext uri="{FF2B5EF4-FFF2-40B4-BE49-F238E27FC236}">
                <a16:creationId xmlns:a16="http://schemas.microsoft.com/office/drawing/2014/main" id="{7854CC83-BE7E-8EE8-E3FC-77AF3B03F73A}"/>
              </a:ext>
            </a:extLst>
          </p:cNvPr>
          <p:cNvSpPr txBox="1"/>
          <p:nvPr/>
        </p:nvSpPr>
        <p:spPr>
          <a:xfrm>
            <a:off x="9108398" y="4084339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3EE2A266-0AC3-56DC-CD3C-976C5313F815}"/>
              </a:ext>
            </a:extLst>
          </p:cNvPr>
          <p:cNvSpPr txBox="1"/>
          <p:nvPr/>
        </p:nvSpPr>
        <p:spPr>
          <a:xfrm>
            <a:off x="9144510" y="4227184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启动云台</a:t>
            </a:r>
            <a:r>
              <a:rPr lang="en-US" altLang="zh-CN" sz="1000" dirty="0"/>
              <a:t>PID</a:t>
            </a:r>
            <a:r>
              <a:rPr lang="zh-CN" altLang="en-US" sz="1000" dirty="0"/>
              <a:t>控制</a:t>
            </a:r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EFB2E405-BF5E-BC07-F35C-A0E784FF8EDA}"/>
              </a:ext>
            </a:extLst>
          </p:cNvPr>
          <p:cNvSpPr/>
          <p:nvPr/>
        </p:nvSpPr>
        <p:spPr>
          <a:xfrm>
            <a:off x="9114748" y="5070077"/>
            <a:ext cx="1003300" cy="508000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36FCB39-8EA3-D6EE-5D80-BF59F01BFB3D}"/>
              </a:ext>
            </a:extLst>
          </p:cNvPr>
          <p:cNvSpPr txBox="1"/>
          <p:nvPr/>
        </p:nvSpPr>
        <p:spPr>
          <a:xfrm>
            <a:off x="9319934" y="5170188"/>
            <a:ext cx="75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结束</a:t>
            </a:r>
          </a:p>
        </p:txBody>
      </p: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DAC15A6D-5FB4-DC51-563C-DCC001DCDABE}"/>
              </a:ext>
            </a:extLst>
          </p:cNvPr>
          <p:cNvCxnSpPr>
            <a:cxnSpLocks/>
          </p:cNvCxnSpPr>
          <p:nvPr/>
        </p:nvCxnSpPr>
        <p:spPr>
          <a:xfrm>
            <a:off x="9616398" y="4719339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流程图: 决策 88">
            <a:extLst>
              <a:ext uri="{FF2B5EF4-FFF2-40B4-BE49-F238E27FC236}">
                <a16:creationId xmlns:a16="http://schemas.microsoft.com/office/drawing/2014/main" id="{BA078DF0-8F31-8DF9-CDCB-3BBE0B4C95EA}"/>
              </a:ext>
            </a:extLst>
          </p:cNvPr>
          <p:cNvSpPr/>
          <p:nvPr/>
        </p:nvSpPr>
        <p:spPr>
          <a:xfrm>
            <a:off x="8973818" y="2016126"/>
            <a:ext cx="1272457" cy="739575"/>
          </a:xfrm>
          <a:prstGeom prst="flowChartDecisio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E4A9FEB9-B1E6-CF0D-1FD3-1FE4818A1A72}"/>
              </a:ext>
            </a:extLst>
          </p:cNvPr>
          <p:cNvSpPr txBox="1"/>
          <p:nvPr/>
        </p:nvSpPr>
        <p:spPr>
          <a:xfrm>
            <a:off x="9134348" y="2204908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是否有音符按下</a:t>
            </a: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CA1888DC-6F57-5495-CE08-6376E440F9B7}"/>
              </a:ext>
            </a:extLst>
          </p:cNvPr>
          <p:cNvSpPr txBox="1"/>
          <p:nvPr/>
        </p:nvSpPr>
        <p:spPr>
          <a:xfrm>
            <a:off x="9356047" y="2740025"/>
            <a:ext cx="9310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是</a:t>
            </a: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4FB61E5E-6C21-FA5F-514B-264078EA8BC2}"/>
              </a:ext>
            </a:extLst>
          </p:cNvPr>
          <p:cNvSpPr txBox="1"/>
          <p:nvPr/>
        </p:nvSpPr>
        <p:spPr>
          <a:xfrm>
            <a:off x="10381397" y="3090763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1C718E0F-04EC-D858-2DA1-0759CAE36C6D}"/>
              </a:ext>
            </a:extLst>
          </p:cNvPr>
          <p:cNvSpPr txBox="1"/>
          <p:nvPr/>
        </p:nvSpPr>
        <p:spPr>
          <a:xfrm>
            <a:off x="10417509" y="3233608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发送停止音符</a:t>
            </a:r>
          </a:p>
        </p:txBody>
      </p:sp>
      <p:cxnSp>
        <p:nvCxnSpPr>
          <p:cNvPr id="103" name="连接符: 肘形 102">
            <a:extLst>
              <a:ext uri="{FF2B5EF4-FFF2-40B4-BE49-F238E27FC236}">
                <a16:creationId xmlns:a16="http://schemas.microsoft.com/office/drawing/2014/main" id="{B9AEDAEE-D2AE-1850-C3FE-15291F23C74F}"/>
              </a:ext>
            </a:extLst>
          </p:cNvPr>
          <p:cNvCxnSpPr>
            <a:cxnSpLocks/>
            <a:stCxn id="89" idx="3"/>
            <a:endCxn id="92" idx="0"/>
          </p:cNvCxnSpPr>
          <p:nvPr/>
        </p:nvCxnSpPr>
        <p:spPr>
          <a:xfrm>
            <a:off x="10246275" y="2385914"/>
            <a:ext cx="636771" cy="704849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774DE2F9-E7BD-6E54-F2DA-DDC5EF2D4D1F}"/>
              </a:ext>
            </a:extLst>
          </p:cNvPr>
          <p:cNvSpPr txBox="1"/>
          <p:nvPr/>
        </p:nvSpPr>
        <p:spPr>
          <a:xfrm>
            <a:off x="10011367" y="2111548"/>
            <a:ext cx="9310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否</a:t>
            </a:r>
          </a:p>
        </p:txBody>
      </p:sp>
      <p:cxnSp>
        <p:nvCxnSpPr>
          <p:cNvPr id="107" name="连接符: 肘形 106">
            <a:extLst>
              <a:ext uri="{FF2B5EF4-FFF2-40B4-BE49-F238E27FC236}">
                <a16:creationId xmlns:a16="http://schemas.microsoft.com/office/drawing/2014/main" id="{E3F0A559-543F-545C-E312-9EE9AB86B655}"/>
              </a:ext>
            </a:extLst>
          </p:cNvPr>
          <p:cNvCxnSpPr>
            <a:cxnSpLocks/>
            <a:stCxn id="92" idx="2"/>
          </p:cNvCxnSpPr>
          <p:nvPr/>
        </p:nvCxnSpPr>
        <p:spPr>
          <a:xfrm rot="5400000">
            <a:off x="9691532" y="3670669"/>
            <a:ext cx="1136421" cy="1246608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1855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87FB59FC-8504-10D9-B710-9F3925B27A27}"/>
              </a:ext>
            </a:extLst>
          </p:cNvPr>
          <p:cNvSpPr/>
          <p:nvPr/>
        </p:nvSpPr>
        <p:spPr>
          <a:xfrm>
            <a:off x="5506638" y="1111250"/>
            <a:ext cx="1003300" cy="508000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85131D2-2DCE-6580-963C-3AD4FDEC7C2B}"/>
              </a:ext>
            </a:extLst>
          </p:cNvPr>
          <p:cNvSpPr txBox="1"/>
          <p:nvPr/>
        </p:nvSpPr>
        <p:spPr>
          <a:xfrm>
            <a:off x="5754288" y="1211361"/>
            <a:ext cx="75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开始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58F3163-4222-0705-35F3-592DC3463D6C}"/>
              </a:ext>
            </a:extLst>
          </p:cNvPr>
          <p:cNvSpPr txBox="1"/>
          <p:nvPr/>
        </p:nvSpPr>
        <p:spPr>
          <a:xfrm>
            <a:off x="4750991" y="2192238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6A5E5F0-F320-C714-4587-033E06980584}"/>
              </a:ext>
            </a:extLst>
          </p:cNvPr>
          <p:cNvSpPr txBox="1"/>
          <p:nvPr/>
        </p:nvSpPr>
        <p:spPr>
          <a:xfrm>
            <a:off x="4750991" y="2309683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串口屏按键操作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2F7E568-31D4-4F5B-9147-475BE4AE45A7}"/>
              </a:ext>
            </a:extLst>
          </p:cNvPr>
          <p:cNvSpPr txBox="1"/>
          <p:nvPr/>
        </p:nvSpPr>
        <p:spPr>
          <a:xfrm>
            <a:off x="4750991" y="3265388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D46EBCC-52CB-FA50-4DF8-D29120FD9572}"/>
              </a:ext>
            </a:extLst>
          </p:cNvPr>
          <p:cNvSpPr txBox="1"/>
          <p:nvPr/>
        </p:nvSpPr>
        <p:spPr>
          <a:xfrm>
            <a:off x="4750991" y="3382833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主控接收串口屏指令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4BF88CD-222C-70C1-A651-779D815D1C37}"/>
              </a:ext>
            </a:extLst>
          </p:cNvPr>
          <p:cNvSpPr txBox="1"/>
          <p:nvPr/>
        </p:nvSpPr>
        <p:spPr>
          <a:xfrm>
            <a:off x="6255941" y="2192238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2A816D5-93D5-3BE6-007A-FAAD28A73BE5}"/>
              </a:ext>
            </a:extLst>
          </p:cNvPr>
          <p:cNvSpPr txBox="1"/>
          <p:nvPr/>
        </p:nvSpPr>
        <p:spPr>
          <a:xfrm>
            <a:off x="6292053" y="2386627"/>
            <a:ext cx="9310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单按键操作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7314F71-0A78-692B-2CF4-1726769F19A0}"/>
              </a:ext>
            </a:extLst>
          </p:cNvPr>
          <p:cNvSpPr txBox="1"/>
          <p:nvPr/>
        </p:nvSpPr>
        <p:spPr>
          <a:xfrm>
            <a:off x="4750991" y="4338538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89F8E45-AF2B-A242-594A-339FE5E53560}"/>
              </a:ext>
            </a:extLst>
          </p:cNvPr>
          <p:cNvSpPr txBox="1"/>
          <p:nvPr/>
        </p:nvSpPr>
        <p:spPr>
          <a:xfrm>
            <a:off x="4787103" y="4519483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/>
              <a:t>SD</a:t>
            </a:r>
            <a:r>
              <a:rPr lang="zh-CN" altLang="en-US" sz="1000" dirty="0"/>
              <a:t>卡参数保存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2070D88-318C-BE4C-8FA4-3ED6E6F661F4}"/>
              </a:ext>
            </a:extLst>
          </p:cNvPr>
          <p:cNvSpPr txBox="1"/>
          <p:nvPr/>
        </p:nvSpPr>
        <p:spPr>
          <a:xfrm>
            <a:off x="6255941" y="3265388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6794ECA-C40E-8565-3231-667E48009C0D}"/>
              </a:ext>
            </a:extLst>
          </p:cNvPr>
          <p:cNvSpPr txBox="1"/>
          <p:nvPr/>
        </p:nvSpPr>
        <p:spPr>
          <a:xfrm>
            <a:off x="6292053" y="3459777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触发调试事件</a:t>
            </a:r>
          </a:p>
        </p:txBody>
      </p:sp>
      <p:cxnSp>
        <p:nvCxnSpPr>
          <p:cNvPr id="17" name="连接符: 肘形 16">
            <a:extLst>
              <a:ext uri="{FF2B5EF4-FFF2-40B4-BE49-F238E27FC236}">
                <a16:creationId xmlns:a16="http://schemas.microsoft.com/office/drawing/2014/main" id="{A84A7E4E-2EA7-D20A-F456-F662CDED5C2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rot="5400000">
            <a:off x="5343970" y="1527920"/>
            <a:ext cx="572988" cy="755648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04932FBA-4CDB-D906-ACA8-98D097097767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6001941" y="1905742"/>
            <a:ext cx="755649" cy="28649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E86041E1-6BE7-F311-19C6-3B434320D6CB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5252640" y="2827238"/>
            <a:ext cx="0" cy="4381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399A6C93-481E-1D30-8699-89D95CA999CF}"/>
              </a:ext>
            </a:extLst>
          </p:cNvPr>
          <p:cNvCxnSpPr>
            <a:cxnSpLocks/>
          </p:cNvCxnSpPr>
          <p:nvPr/>
        </p:nvCxnSpPr>
        <p:spPr>
          <a:xfrm>
            <a:off x="5252638" y="3900388"/>
            <a:ext cx="0" cy="4381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6B7F72F6-9741-11DE-A3B3-AC867770A2D4}"/>
              </a:ext>
            </a:extLst>
          </p:cNvPr>
          <p:cNvCxnSpPr>
            <a:cxnSpLocks/>
          </p:cNvCxnSpPr>
          <p:nvPr/>
        </p:nvCxnSpPr>
        <p:spPr>
          <a:xfrm>
            <a:off x="6757590" y="2827238"/>
            <a:ext cx="0" cy="4381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D5D61B45-2153-FA59-AF1F-CF8DB8C1C4FD}"/>
              </a:ext>
            </a:extLst>
          </p:cNvPr>
          <p:cNvSpPr/>
          <p:nvPr/>
        </p:nvSpPr>
        <p:spPr>
          <a:xfrm>
            <a:off x="5506638" y="5411688"/>
            <a:ext cx="1003300" cy="508000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856B9D24-FABA-FF30-5FA4-3DEE2938404B}"/>
              </a:ext>
            </a:extLst>
          </p:cNvPr>
          <p:cNvSpPr txBox="1"/>
          <p:nvPr/>
        </p:nvSpPr>
        <p:spPr>
          <a:xfrm>
            <a:off x="5754288" y="5511799"/>
            <a:ext cx="75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结束</a:t>
            </a: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B161DB0C-306B-8C22-4C23-8E360AA483B9}"/>
              </a:ext>
            </a:extLst>
          </p:cNvPr>
          <p:cNvCxnSpPr>
            <a:cxnSpLocks/>
            <a:stCxn id="12" idx="2"/>
            <a:endCxn id="28" idx="0"/>
          </p:cNvCxnSpPr>
          <p:nvPr/>
        </p:nvCxnSpPr>
        <p:spPr>
          <a:xfrm rot="16200000" flipH="1">
            <a:off x="5411389" y="4814789"/>
            <a:ext cx="438150" cy="755648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DCA80A98-812C-51FA-AB47-CFA66BB343BF}"/>
              </a:ext>
            </a:extLst>
          </p:cNvPr>
          <p:cNvCxnSpPr>
            <a:cxnSpLocks/>
            <a:stCxn id="14" idx="2"/>
          </p:cNvCxnSpPr>
          <p:nvPr/>
        </p:nvCxnSpPr>
        <p:spPr>
          <a:xfrm rot="5400000">
            <a:off x="5735985" y="4166345"/>
            <a:ext cx="1287562" cy="755649"/>
          </a:xfrm>
          <a:prstGeom prst="bentConnector3">
            <a:avLst>
              <a:gd name="adj1" fmla="val 100304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5162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179</Words>
  <Application>Microsoft Office PowerPoint</Application>
  <PresentationFormat>宽屏</PresentationFormat>
  <Paragraphs>80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9" baseType="lpstr">
      <vt:lpstr>等线</vt:lpstr>
      <vt:lpstr>等线 Light</vt:lpstr>
      <vt:lpstr>宋体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先生 徐</dc:creator>
  <cp:lastModifiedBy>先生 徐</cp:lastModifiedBy>
  <cp:revision>5</cp:revision>
  <dcterms:created xsi:type="dcterms:W3CDTF">2025-11-24T16:55:17Z</dcterms:created>
  <dcterms:modified xsi:type="dcterms:W3CDTF">2025-11-27T15:49:38Z</dcterms:modified>
</cp:coreProperties>
</file>