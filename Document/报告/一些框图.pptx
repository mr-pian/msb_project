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882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0F213-DEA2-77C6-0158-77BD1A9C3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F5D554-421C-EFE1-9A10-FA8F73C8F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A82962-4B97-928B-BA6A-2EF035E30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DB52B-E7F4-29AA-8540-8B3CB67F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626EB-3B1E-F7C8-4CDD-B750B26A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38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3B59D-95BA-B639-F0B4-DD736B95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0EC76A-6AA5-A327-DA7D-353AD9C8C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DA45EB-66AE-BFC3-F167-8199B34C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1C1B4D-EE45-98D6-9809-6CDC5506B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ACB4F0-95B6-F388-97DB-AACA2E01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82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4B0DA9-AF8F-A909-0B1D-2E3D5763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023066-7CBF-F3CD-227D-9A58C042D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A7EEB0-E395-4BD9-F83F-A9081EFC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B4C550-7155-46A1-810F-B26E59485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CC4D0B-86B8-51AD-7C8E-70B140BE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62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AC9AD-AA12-F6FF-AA3A-0099C0BB1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D6AA71-FAD1-C397-D1D3-1614D0AE0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BC1B84-AF2C-5D72-00B5-146B5B0F9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85F23F-5A2C-A2BE-B77F-1AFC1242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6ABCC4-03DD-83FB-CC45-5962BAFFD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58F527-E2EF-9981-E1E2-19E5F3BB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46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626F4-EB11-A8B1-B072-D10C90ED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662344-AC39-16F5-842C-3365093BC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9680E5-6CB3-8608-A12F-DD66CAA8B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B11DCF-71CB-DCC6-14AF-AD414E64B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CB214F-3825-616C-2786-9B263FCC2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D40385-139A-EFE3-ADB4-3572AD91D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866E14-6E5D-905F-67C9-BF57B717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F713A6-C6ED-2D02-BE8D-985B345C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915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0C272-E8AE-D97E-0AAC-C7A4F7FD5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25C9B7-9FED-ADDD-1F29-FF98CCDA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B7FB90-0003-7656-D9DA-2142C8B8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EF6432-4E20-25D4-1DFF-3A4428F6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55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AE126D-A24F-F338-4865-3521F002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9838EE-E4EA-B566-A084-954EFF60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4AA6B3-D67C-A3C7-C1EC-6F14D406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91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6221-A6D8-0675-5824-B188D3F7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6B1A5A-329C-8F98-C03B-A80A1E51A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454128-79B0-C188-7EF4-4E9BCAFE8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8E1ED-FE0C-4911-3235-524E13D5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B0EE6E-E495-5CB9-A0EB-E1886570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9DE086-81AE-31E0-F41B-34C2F0DB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04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2AA26-C0B2-6CB7-D03F-C5889BE63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EA9EB1-7909-B90C-97A0-0E34FE059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26C235-CEA4-38BA-83AF-90A275AC0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686949-C693-CB3A-356C-04B2DD0E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94CCD4-7580-D7E9-3E7D-6385787B5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BC963-93C6-BA36-985E-17A3A2714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73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D6AB1-4C03-23EB-1D8A-EC92F868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5E3AB2-A21F-2E4F-3A0E-BED534BC0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25D053-EFB0-12F7-7C19-31C1BEB5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72B05-0622-AF25-B168-73490D73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314201-D548-AF15-4D7E-80BE9518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66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F7DD3E-35C0-49C4-7BE7-453FBD4241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0BB941-F849-E502-0235-0BF7A6A6C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A26F68-CBAA-0C7A-C7E0-E0624B53C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6B52A9-CB9A-0B8B-4520-731B0662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F9DAA-5F3F-2D0C-5F6D-FFCF4C9C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48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677991-AD25-1003-6303-5FF1323C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A1EBAB-EECA-6E52-6E5F-2A3FB8604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839FC6-FA1B-90D2-A77C-A6B9FACDA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9E1CC-747B-4496-8245-453CA438854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5715ED-837A-5889-AF25-AC81539B4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24FAE1-95CE-345C-A294-6022A1FFB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6408B-2C11-4519-9032-66BA9AE1E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53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27696A-4F15-993B-1CDA-F335E3C5491F}"/>
              </a:ext>
            </a:extLst>
          </p:cNvPr>
          <p:cNvSpPr txBox="1"/>
          <p:nvPr/>
        </p:nvSpPr>
        <p:spPr>
          <a:xfrm>
            <a:off x="4424364" y="2644366"/>
            <a:ext cx="2593986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STM32H750VBT6</a:t>
            </a:r>
          </a:p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1F2E4E-66C3-4A3F-DA09-EE8769DA4D25}"/>
              </a:ext>
            </a:extLst>
          </p:cNvPr>
          <p:cNvSpPr txBox="1"/>
          <p:nvPr/>
        </p:nvSpPr>
        <p:spPr>
          <a:xfrm>
            <a:off x="4380997" y="1468473"/>
            <a:ext cx="89357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RS485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总线收发模块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C236F8-6FA2-FF2F-81AE-81FC6D20AAF3}"/>
              </a:ext>
            </a:extLst>
          </p:cNvPr>
          <p:cNvSpPr txBox="1"/>
          <p:nvPr/>
        </p:nvSpPr>
        <p:spPr>
          <a:xfrm>
            <a:off x="7716753" y="2479615"/>
            <a:ext cx="1011985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卡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B28A9B-AD83-6C6E-16A6-D0BE6ACF80AD}"/>
              </a:ext>
            </a:extLst>
          </p:cNvPr>
          <p:cNvSpPr txBox="1"/>
          <p:nvPr/>
        </p:nvSpPr>
        <p:spPr>
          <a:xfrm>
            <a:off x="7716753" y="2965742"/>
            <a:ext cx="1011985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板载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屏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687452-0352-EF65-F8E0-670AE79ACACB}"/>
              </a:ext>
            </a:extLst>
          </p:cNvPr>
          <p:cNvSpPr txBox="1"/>
          <p:nvPr/>
        </p:nvSpPr>
        <p:spPr>
          <a:xfrm>
            <a:off x="7716753" y="3455473"/>
            <a:ext cx="1011985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调试单按键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B0A1E8A7-F1F7-353C-E0D3-34750E90019C}"/>
              </a:ext>
            </a:extLst>
          </p:cNvPr>
          <p:cNvCxnSpPr>
            <a:cxnSpLocks/>
          </p:cNvCxnSpPr>
          <p:nvPr/>
        </p:nvCxnSpPr>
        <p:spPr>
          <a:xfrm rot="10800000">
            <a:off x="7018349" y="3426260"/>
            <a:ext cx="698404" cy="22854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B65B5C6-097A-A759-C851-41B34A60500A}"/>
              </a:ext>
            </a:extLst>
          </p:cNvPr>
          <p:cNvSpPr txBox="1"/>
          <p:nvPr/>
        </p:nvSpPr>
        <p:spPr>
          <a:xfrm>
            <a:off x="6563161" y="3280288"/>
            <a:ext cx="5196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F936AB9-09EE-DA39-5A98-5CBA282DD4B9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7018350" y="3104242"/>
            <a:ext cx="698403" cy="1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D3692499-2417-05A8-4E82-C300B12A01C1}"/>
              </a:ext>
            </a:extLst>
          </p:cNvPr>
          <p:cNvSpPr txBox="1"/>
          <p:nvPr/>
        </p:nvSpPr>
        <p:spPr>
          <a:xfrm>
            <a:off x="6643650" y="2969811"/>
            <a:ext cx="5196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E3F02EDA-4B0C-EBD7-1B9D-B7A40A368CA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7018348" y="2618115"/>
            <a:ext cx="698405" cy="23742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93B1FF6-33A4-3A79-2D29-F809201D2548}"/>
              </a:ext>
            </a:extLst>
          </p:cNvPr>
          <p:cNvSpPr txBox="1"/>
          <p:nvPr/>
        </p:nvSpPr>
        <p:spPr>
          <a:xfrm>
            <a:off x="6563162" y="2715895"/>
            <a:ext cx="5196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SDIO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3B3F78-5B2D-B16B-B094-3D751159EF29}"/>
              </a:ext>
            </a:extLst>
          </p:cNvPr>
          <p:cNvSpPr/>
          <p:nvPr/>
        </p:nvSpPr>
        <p:spPr>
          <a:xfrm>
            <a:off x="4327776" y="2235565"/>
            <a:ext cx="4604892" cy="1861693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4D6CA72-6443-6856-6E19-D976A0D860A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4827784" y="2114804"/>
            <a:ext cx="0" cy="5295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A47E777A-0260-CAC2-F8FD-994E36ED2C1E}"/>
              </a:ext>
            </a:extLst>
          </p:cNvPr>
          <p:cNvSpPr txBox="1"/>
          <p:nvPr/>
        </p:nvSpPr>
        <p:spPr>
          <a:xfrm>
            <a:off x="4546730" y="2634177"/>
            <a:ext cx="5697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975264F-0F36-EFCC-3E9F-654CAC8F901B}"/>
              </a:ext>
            </a:extLst>
          </p:cNvPr>
          <p:cNvSpPr txBox="1"/>
          <p:nvPr/>
        </p:nvSpPr>
        <p:spPr>
          <a:xfrm>
            <a:off x="4418742" y="455153"/>
            <a:ext cx="101126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DMR-4315</a:t>
            </a: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云台电机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*2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F5169C0-4CDF-D997-EE99-A3D8B232DA29}"/>
              </a:ext>
            </a:extLst>
          </p:cNvPr>
          <p:cNvSpPr txBox="1"/>
          <p:nvPr/>
        </p:nvSpPr>
        <p:spPr>
          <a:xfrm>
            <a:off x="4322154" y="547486"/>
            <a:ext cx="101126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DMR-4315</a:t>
            </a: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云台电机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*2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CE31D11-0F4B-E0E9-2916-B8D8662DAB2B}"/>
              </a:ext>
            </a:extLst>
          </p:cNvPr>
          <p:cNvCxnSpPr>
            <a:cxnSpLocks/>
            <a:stCxn id="7" idx="0"/>
            <a:endCxn id="35" idx="2"/>
          </p:cNvCxnSpPr>
          <p:nvPr/>
        </p:nvCxnSpPr>
        <p:spPr>
          <a:xfrm flipV="1">
            <a:off x="4827784" y="1193817"/>
            <a:ext cx="0" cy="27465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258E39B4-98FA-A1D6-38C2-4C8596D4354A}"/>
              </a:ext>
            </a:extLst>
          </p:cNvPr>
          <p:cNvSpPr txBox="1"/>
          <p:nvPr/>
        </p:nvSpPr>
        <p:spPr>
          <a:xfrm>
            <a:off x="5490059" y="5941480"/>
            <a:ext cx="152828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24V 6s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航模锂电池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2D85636-206B-D04D-6D7C-D9F16BEC2581}"/>
              </a:ext>
            </a:extLst>
          </p:cNvPr>
          <p:cNvSpPr txBox="1"/>
          <p:nvPr/>
        </p:nvSpPr>
        <p:spPr>
          <a:xfrm>
            <a:off x="5226846" y="5055260"/>
            <a:ext cx="2052735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多路供电电源板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E0FF974-C819-EB02-8C09-85BA8E4AFF3F}"/>
              </a:ext>
            </a:extLst>
          </p:cNvPr>
          <p:cNvCxnSpPr>
            <a:cxnSpLocks/>
            <a:stCxn id="40" idx="0"/>
            <a:endCxn id="41" idx="2"/>
          </p:cNvCxnSpPr>
          <p:nvPr/>
        </p:nvCxnSpPr>
        <p:spPr>
          <a:xfrm flipH="1" flipV="1">
            <a:off x="6253214" y="5701591"/>
            <a:ext cx="990" cy="239889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34A5A4B2-5312-401A-5D95-E23A3FD81341}"/>
              </a:ext>
            </a:extLst>
          </p:cNvPr>
          <p:cNvSpPr txBox="1"/>
          <p:nvPr/>
        </p:nvSpPr>
        <p:spPr>
          <a:xfrm>
            <a:off x="2706533" y="2965742"/>
            <a:ext cx="125591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RaspberryPi5</a:t>
            </a:r>
          </a:p>
          <a:p>
            <a:pPr algn="ctr"/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4B32286-AA28-9ACD-8DA4-FD4DDEB2F709}"/>
              </a:ext>
            </a:extLst>
          </p:cNvPr>
          <p:cNvSpPr txBox="1"/>
          <p:nvPr/>
        </p:nvSpPr>
        <p:spPr>
          <a:xfrm>
            <a:off x="2781703" y="2306266"/>
            <a:ext cx="1105581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显示屏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16DD31D8-C8EC-AB7C-9FBC-4CA84ED5D7B5}"/>
              </a:ext>
            </a:extLst>
          </p:cNvPr>
          <p:cNvCxnSpPr>
            <a:cxnSpLocks/>
            <a:stCxn id="46" idx="0"/>
            <a:endCxn id="47" idx="2"/>
          </p:cNvCxnSpPr>
          <p:nvPr/>
        </p:nvCxnSpPr>
        <p:spPr>
          <a:xfrm flipV="1">
            <a:off x="3334493" y="2583265"/>
            <a:ext cx="1" cy="3824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91E56A02-0EA6-8D2E-51B8-0688B17FDACB}"/>
              </a:ext>
            </a:extLst>
          </p:cNvPr>
          <p:cNvSpPr txBox="1"/>
          <p:nvPr/>
        </p:nvSpPr>
        <p:spPr>
          <a:xfrm>
            <a:off x="3074645" y="2977676"/>
            <a:ext cx="6547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3DD9D48-5163-C4F9-D9C2-AF3090D6ED51}"/>
              </a:ext>
            </a:extLst>
          </p:cNvPr>
          <p:cNvSpPr txBox="1"/>
          <p:nvPr/>
        </p:nvSpPr>
        <p:spPr>
          <a:xfrm>
            <a:off x="904548" y="3150406"/>
            <a:ext cx="1042934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摄像头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F6EA66A-2DE3-0D2C-3E0F-A0D9FA5739AF}"/>
              </a:ext>
            </a:extLst>
          </p:cNvPr>
          <p:cNvCxnSpPr>
            <a:cxnSpLocks/>
            <a:stCxn id="55" idx="3"/>
            <a:endCxn id="46" idx="1"/>
          </p:cNvCxnSpPr>
          <p:nvPr/>
        </p:nvCxnSpPr>
        <p:spPr>
          <a:xfrm>
            <a:off x="1947482" y="3288906"/>
            <a:ext cx="759051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9BB3DC60-C0AF-63EE-DE0C-CDA3FC35B996}"/>
              </a:ext>
            </a:extLst>
          </p:cNvPr>
          <p:cNvSpPr txBox="1"/>
          <p:nvPr/>
        </p:nvSpPr>
        <p:spPr>
          <a:xfrm rot="5400000">
            <a:off x="2499854" y="3204818"/>
            <a:ext cx="6547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USB2.0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6AD448D-ADB4-34C6-7701-FF68FA9D7C5B}"/>
              </a:ext>
            </a:extLst>
          </p:cNvPr>
          <p:cNvSpPr txBox="1"/>
          <p:nvPr/>
        </p:nvSpPr>
        <p:spPr>
          <a:xfrm>
            <a:off x="2011989" y="3000366"/>
            <a:ext cx="96502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100fps</a:t>
            </a:r>
          </a:p>
          <a:p>
            <a:endParaRPr lang="en-US" altLang="zh-C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视频流</a:t>
            </a:r>
            <a:endParaRPr lang="en-US" altLang="zh-C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C70DCD8-5C99-EEDA-3817-3FEFB21AF2B7}"/>
              </a:ext>
            </a:extLst>
          </p:cNvPr>
          <p:cNvSpPr/>
          <p:nvPr/>
        </p:nvSpPr>
        <p:spPr>
          <a:xfrm>
            <a:off x="780782" y="2219559"/>
            <a:ext cx="3270489" cy="1861693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1788A5A1-33CF-31D6-2694-1D080F3F1D37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3937740" y="3104242"/>
            <a:ext cx="486624" cy="1789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9D9E2530-C747-164C-13CA-C87A704AEF8D}"/>
              </a:ext>
            </a:extLst>
          </p:cNvPr>
          <p:cNvSpPr txBox="1"/>
          <p:nvPr/>
        </p:nvSpPr>
        <p:spPr>
          <a:xfrm rot="5400000">
            <a:off x="4249473" y="2995400"/>
            <a:ext cx="5697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5EC56AB-D0E6-4735-24AC-4EF99C7ECDD6}"/>
              </a:ext>
            </a:extLst>
          </p:cNvPr>
          <p:cNvSpPr txBox="1"/>
          <p:nvPr/>
        </p:nvSpPr>
        <p:spPr>
          <a:xfrm>
            <a:off x="5770888" y="450650"/>
            <a:ext cx="743016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激光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二极管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8578B4E-93F6-CE20-EB58-FB921A90F21E}"/>
              </a:ext>
            </a:extLst>
          </p:cNvPr>
          <p:cNvSpPr txBox="1"/>
          <p:nvPr/>
        </p:nvSpPr>
        <p:spPr>
          <a:xfrm>
            <a:off x="5770888" y="1114848"/>
            <a:ext cx="743016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恒流源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8CD8F6E5-C549-326B-5C90-3564BEABEE24}"/>
              </a:ext>
            </a:extLst>
          </p:cNvPr>
          <p:cNvCxnSpPr>
            <a:cxnSpLocks/>
            <a:stCxn id="74" idx="0"/>
          </p:cNvCxnSpPr>
          <p:nvPr/>
        </p:nvCxnSpPr>
        <p:spPr>
          <a:xfrm flipV="1">
            <a:off x="6142396" y="912315"/>
            <a:ext cx="0" cy="2025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2159D049-4069-07BF-3714-F82E2118AE26}"/>
              </a:ext>
            </a:extLst>
          </p:cNvPr>
          <p:cNvSpPr/>
          <p:nvPr/>
        </p:nvSpPr>
        <p:spPr>
          <a:xfrm>
            <a:off x="5621552" y="310037"/>
            <a:ext cx="1047198" cy="1253954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E51AD6A6-2F54-FE69-F5C9-0AD01C8B6A0E}"/>
              </a:ext>
            </a:extLst>
          </p:cNvPr>
          <p:cNvCxnSpPr>
            <a:cxnSpLocks/>
            <a:endCxn id="74" idx="2"/>
          </p:cNvCxnSpPr>
          <p:nvPr/>
        </p:nvCxnSpPr>
        <p:spPr>
          <a:xfrm flipV="1">
            <a:off x="6141146" y="1391847"/>
            <a:ext cx="1250" cy="12262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DF3CF2C0-C9EC-58BB-010E-A263AD0DEB22}"/>
              </a:ext>
            </a:extLst>
          </p:cNvPr>
          <p:cNvSpPr txBox="1"/>
          <p:nvPr/>
        </p:nvSpPr>
        <p:spPr>
          <a:xfrm>
            <a:off x="5855134" y="2647545"/>
            <a:ext cx="5697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5980ECE-4FB7-852E-F36F-A93CDA157E32}"/>
              </a:ext>
            </a:extLst>
          </p:cNvPr>
          <p:cNvSpPr/>
          <p:nvPr/>
        </p:nvSpPr>
        <p:spPr>
          <a:xfrm>
            <a:off x="4235527" y="314234"/>
            <a:ext cx="1254532" cy="993790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1D90E654-AF46-89F4-564A-F71D9DFF465C}"/>
              </a:ext>
            </a:extLst>
          </p:cNvPr>
          <p:cNvCxnSpPr>
            <a:cxnSpLocks/>
            <a:stCxn id="41" idx="1"/>
            <a:endCxn id="65" idx="2"/>
          </p:cNvCxnSpPr>
          <p:nvPr/>
        </p:nvCxnSpPr>
        <p:spPr>
          <a:xfrm rot="10800000">
            <a:off x="2416028" y="4081252"/>
            <a:ext cx="2810819" cy="1297174"/>
          </a:xfrm>
          <a:prstGeom prst="bentConnector2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59D7E67A-D63D-061A-3C6F-6854F697375E}"/>
              </a:ext>
            </a:extLst>
          </p:cNvPr>
          <p:cNvCxnSpPr>
            <a:cxnSpLocks/>
          </p:cNvCxnSpPr>
          <p:nvPr/>
        </p:nvCxnSpPr>
        <p:spPr>
          <a:xfrm flipV="1">
            <a:off x="6253214" y="4081252"/>
            <a:ext cx="0" cy="974008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637D920B-6425-0629-3059-ADE79EDC1D92}"/>
              </a:ext>
            </a:extLst>
          </p:cNvPr>
          <p:cNvCxnSpPr>
            <a:cxnSpLocks/>
          </p:cNvCxnSpPr>
          <p:nvPr/>
        </p:nvCxnSpPr>
        <p:spPr>
          <a:xfrm flipH="1" flipV="1">
            <a:off x="6676695" y="1052206"/>
            <a:ext cx="610831" cy="4441412"/>
          </a:xfrm>
          <a:prstGeom prst="bentConnector3">
            <a:avLst>
              <a:gd name="adj1" fmla="val -563861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DF08F504-9C1F-5C96-8FFB-A69B83AD3C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33055" y="5394954"/>
            <a:ext cx="716969" cy="376084"/>
          </a:xfrm>
          <a:prstGeom prst="bentConnector3">
            <a:avLst>
              <a:gd name="adj1" fmla="val 99952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连接符: 肘形 126">
            <a:extLst>
              <a:ext uri="{FF2B5EF4-FFF2-40B4-BE49-F238E27FC236}">
                <a16:creationId xmlns:a16="http://schemas.microsoft.com/office/drawing/2014/main" id="{50B06D0A-516C-5605-9629-B6CCBBB29D9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75103" y="2017098"/>
            <a:ext cx="3311892" cy="3102937"/>
          </a:xfrm>
          <a:prstGeom prst="bentConnector3">
            <a:avLst>
              <a:gd name="adj1" fmla="val 73"/>
            </a:avLst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0DC1CAF0-F791-C38B-B11D-D2A4B8BE28F6}"/>
              </a:ext>
            </a:extLst>
          </p:cNvPr>
          <p:cNvCxnSpPr>
            <a:cxnSpLocks/>
          </p:cNvCxnSpPr>
          <p:nvPr/>
        </p:nvCxnSpPr>
        <p:spPr>
          <a:xfrm rot="10800000">
            <a:off x="5390806" y="1321116"/>
            <a:ext cx="4980019" cy="591510"/>
          </a:xfrm>
          <a:prstGeom prst="bentConnector3">
            <a:avLst>
              <a:gd name="adj1" fmla="val 100035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B4F76230-31F5-EEAB-9A82-F1FB8098D2C5}"/>
              </a:ext>
            </a:extLst>
          </p:cNvPr>
          <p:cNvSpPr txBox="1"/>
          <p:nvPr/>
        </p:nvSpPr>
        <p:spPr>
          <a:xfrm>
            <a:off x="7229440" y="4970595"/>
            <a:ext cx="6108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24V</a:t>
            </a: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E4BD4FE8-71CD-5DCC-508E-8D4B8FCABA39}"/>
              </a:ext>
            </a:extLst>
          </p:cNvPr>
          <p:cNvSpPr txBox="1"/>
          <p:nvPr/>
        </p:nvSpPr>
        <p:spPr>
          <a:xfrm>
            <a:off x="7229440" y="5253726"/>
            <a:ext cx="6108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957FABF2-FF3A-6402-19A1-B61785FC2EE9}"/>
              </a:ext>
            </a:extLst>
          </p:cNvPr>
          <p:cNvSpPr txBox="1"/>
          <p:nvPr/>
        </p:nvSpPr>
        <p:spPr>
          <a:xfrm rot="5400000">
            <a:off x="6055768" y="4921889"/>
            <a:ext cx="6108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CE7523C0-EDA6-E78F-DAA5-CE40B8807A35}"/>
              </a:ext>
            </a:extLst>
          </p:cNvPr>
          <p:cNvSpPr txBox="1"/>
          <p:nvPr/>
        </p:nvSpPr>
        <p:spPr>
          <a:xfrm>
            <a:off x="4921122" y="5142600"/>
            <a:ext cx="6108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</a:p>
        </p:txBody>
      </p:sp>
    </p:spTree>
    <p:extLst>
      <p:ext uri="{BB962C8B-B14F-4D97-AF65-F5344CB8AC3E}">
        <p14:creationId xmlns:p14="http://schemas.microsoft.com/office/powerpoint/2010/main" val="354792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宽屏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先生 徐</dc:creator>
  <cp:lastModifiedBy>先生 徐</cp:lastModifiedBy>
  <cp:revision>1</cp:revision>
  <dcterms:created xsi:type="dcterms:W3CDTF">2025-11-24T16:55:17Z</dcterms:created>
  <dcterms:modified xsi:type="dcterms:W3CDTF">2025-11-24T16:55:34Z</dcterms:modified>
</cp:coreProperties>
</file>